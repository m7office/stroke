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3814" autoAdjust="0"/>
    <p:restoredTop sz="96723" autoAdjust="0"/>
  </p:normalViewPr>
  <p:slideViewPr>
    <p:cSldViewPr snapToGrid="0">
      <p:cViewPr>
        <p:scale>
          <a:sx n="180" d="100"/>
          <a:sy n="180" d="100"/>
        </p:scale>
        <p:origin x="-2106" y="-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F579D8-1E49-4757-B5B6-80F0A8C2CECC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19A229-123F-41E7-81DB-A09700CC8D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7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19A229-123F-41E7-81DB-A09700CC8DF9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026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AA024-872F-C02D-E758-569245893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79B38-E910-20D4-57A1-3DC63FC2F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E8F9C-8C7D-6921-E550-5125BEB4A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95206-A582-0871-FF62-7CB74DA8A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85740-5CC6-5369-5230-548C7002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3531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A7D8-3CB3-322C-64B0-2099DCE33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BCE17-728A-A320-1792-662E7DB26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AF372-660A-CA72-AEF2-0D70E9D0C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DE10C-F65B-5430-6503-DF56AE92F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EC431-2F29-CA27-110F-7573E7B66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1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B744C-C221-C16F-FC80-0192E6658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0B1E31-BCDE-64C0-9B41-E049B12514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BC92F-6F33-93A0-899B-43D0133A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4CE6E-A773-06EC-427E-86A4F4E79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B4751-0055-ACB9-7F33-9A37767D6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29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8F10-9C3A-AE09-68D2-A9FD2E9D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2F7C2-06F8-2F60-E205-FE45C1DEC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8EC13-2D6B-1D6F-02CB-B8D2123A7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E2965-1EBF-79F3-C830-0BDE7AC4F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0E31C-CAEC-CD54-89F6-C10A4AF5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AB05-8B2B-236F-74CB-31CB24D4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802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AE084-E7BF-ECB2-4110-24135E71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81C3F-06BB-CBB1-6CEE-92D7288D3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92DCE-A8E4-4695-0C16-2EE632B68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AC3C-D420-3BA4-C753-AF3067C54E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8A071D-1E65-2DAD-13E0-190C416D6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F02FA-FE43-6B53-8E63-EE3F80013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CC696-2969-AD8F-6788-7C013BA8E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7A2C0-56F2-3C54-8192-EFA2E86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769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8483-2968-9640-84D0-24B8BD6C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412840-6342-E1E4-2097-7552C7D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5CAB2-761D-0356-9FB4-F436E0919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35492-FE43-DA8F-7595-5EF1FD4D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911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96036-1B90-FB3E-4CD6-D8D51038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F36FD-2DC5-2C3A-C1A0-C2151B3F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36800-9894-EF21-B2C1-0994540B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60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4D52-1ED0-CB19-665B-14B23991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54259-9B93-47E5-5CFF-986A2A29B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A5BD8-8D30-CB46-4BAE-BDFF6DDAD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46090-34DD-4E69-66D3-6ED8FE0C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1A0A2-6356-0055-CAB0-5B89124E5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AE284-A17A-FD6A-1546-1A5FE8C5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983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A8FEF-2F4C-42BA-C862-BF532CCEC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0239-2304-1E05-FD71-0E10EE2DC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D3EB75-48FC-CA9E-C975-852A7C8F0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8FE66-061B-CA92-5A9D-DB6D15269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722EF-7615-8CEB-7190-452B57432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D982A-583F-16B3-E6C4-B8D19FB3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34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DB99B-FACD-2372-2483-F3CE63164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500F6-A34A-BF4B-6C73-4BBBF8291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53F7C-F9C8-BFD2-3D97-34D5A7FC6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0F922-950A-3FD8-B516-56D11DCE7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32EC-FF1C-7526-382A-A2614F18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DAF705-2AD8-43F2-87FC-4C830598A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6FF5A0-9C81-CBB5-C8A3-436A9C0B1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5884-C1C9-4981-4DC2-70292841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95B74-AB16-86E1-5174-E12923F4A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1563C-36F0-32FB-ABD0-21DD1853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203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91F6DB-DD4E-DC39-2D59-3904974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54E11-1A50-E4C2-563C-05D86C57E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6FA-206E-E96B-963D-01DFCA842D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DAACC-802D-41C7-9E2E-CB0B8FD3C71D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09B41-2FA4-1F9B-D9F8-B59DD196A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3F603-76B2-A66C-4F83-8B98313A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80090-24B0-42E1-A5E6-C6643BCB286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6254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761-4E80-FE2D-F209-D2DC1BC429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BDDF7-21B1-7EBE-42D9-BB660DAA60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5264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C15BC62-8275-FC0D-44BB-6C4C4EFE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0625" y="-428625"/>
            <a:ext cx="12192000" cy="43804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DB23C7D-F767-58E0-644C-0BACDC3C1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90625" y="3951776"/>
            <a:ext cx="12192000" cy="43502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D61690D-BD6E-F47D-72EF-4FD45E401A94}"/>
              </a:ext>
            </a:extLst>
          </p:cNvPr>
          <p:cNvSpPr/>
          <p:nvPr/>
        </p:nvSpPr>
        <p:spPr>
          <a:xfrm flipH="1">
            <a:off x="-695326" y="4533898"/>
            <a:ext cx="1466851" cy="36195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258CC7-18B7-BDBF-A4D8-EA01759C1B98}"/>
              </a:ext>
            </a:extLst>
          </p:cNvPr>
          <p:cNvSpPr/>
          <p:nvPr/>
        </p:nvSpPr>
        <p:spPr>
          <a:xfrm flipH="1">
            <a:off x="-695328" y="7334250"/>
            <a:ext cx="10782301" cy="6667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DCBC84-D8BF-F48D-72DC-D4A81E74A038}"/>
              </a:ext>
            </a:extLst>
          </p:cNvPr>
          <p:cNvSpPr/>
          <p:nvPr/>
        </p:nvSpPr>
        <p:spPr>
          <a:xfrm flipH="1">
            <a:off x="8029575" y="4533897"/>
            <a:ext cx="1800225" cy="36195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6C8779-F7FA-12EC-09A0-5A65897500F0}"/>
              </a:ext>
            </a:extLst>
          </p:cNvPr>
          <p:cNvSpPr/>
          <p:nvPr/>
        </p:nvSpPr>
        <p:spPr>
          <a:xfrm flipH="1">
            <a:off x="4686297" y="0"/>
            <a:ext cx="5648323" cy="36100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814F2D-7BF4-5BF9-4246-0141B2E4E149}"/>
              </a:ext>
            </a:extLst>
          </p:cNvPr>
          <p:cNvSpPr/>
          <p:nvPr/>
        </p:nvSpPr>
        <p:spPr>
          <a:xfrm flipH="1">
            <a:off x="-695328" y="1771649"/>
            <a:ext cx="3067051" cy="184785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B355A3-C1AA-FF83-3E9C-41502CCE1890}"/>
              </a:ext>
            </a:extLst>
          </p:cNvPr>
          <p:cNvSpPr txBox="1"/>
          <p:nvPr/>
        </p:nvSpPr>
        <p:spPr>
          <a:xfrm>
            <a:off x="514350" y="2457450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204528-C3AD-3333-8870-E0EBBB61893C}"/>
              </a:ext>
            </a:extLst>
          </p:cNvPr>
          <p:cNvSpPr txBox="1"/>
          <p:nvPr/>
        </p:nvSpPr>
        <p:spPr>
          <a:xfrm>
            <a:off x="6838950" y="0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30DF91-0994-283D-F816-0EC90DDA16F6}"/>
              </a:ext>
            </a:extLst>
          </p:cNvPr>
          <p:cNvSpPr txBox="1"/>
          <p:nvPr/>
        </p:nvSpPr>
        <p:spPr>
          <a:xfrm>
            <a:off x="-742950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4C15A-34ED-E7F8-C96E-5F315BB41A71}"/>
              </a:ext>
            </a:extLst>
          </p:cNvPr>
          <p:cNvSpPr txBox="1"/>
          <p:nvPr/>
        </p:nvSpPr>
        <p:spPr>
          <a:xfrm>
            <a:off x="7381875" y="4099387"/>
            <a:ext cx="384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Less / no cognitive decline pathways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5EAA4F4-A832-B223-CC6B-ABD46FCC56F2}"/>
              </a:ext>
            </a:extLst>
          </p:cNvPr>
          <p:cNvSpPr txBox="1"/>
          <p:nvPr/>
        </p:nvSpPr>
        <p:spPr>
          <a:xfrm>
            <a:off x="3914775" y="7354669"/>
            <a:ext cx="133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Maturing pipeline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344AD1-2EB1-BABD-57F7-5C40FACDC61D}"/>
              </a:ext>
            </a:extLst>
          </p:cNvPr>
          <p:cNvSpPr txBox="1"/>
          <p:nvPr/>
        </p:nvSpPr>
        <p:spPr>
          <a:xfrm>
            <a:off x="682898" y="4469367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DC129C-72BE-D1A3-F09A-24644A0C8FE3}"/>
              </a:ext>
            </a:extLst>
          </p:cNvPr>
          <p:cNvSpPr txBox="1"/>
          <p:nvPr/>
        </p:nvSpPr>
        <p:spPr>
          <a:xfrm>
            <a:off x="8540235" y="432856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53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F05189-7BB6-D2EB-CC2C-9AFA5922BCF1}"/>
              </a:ext>
            </a:extLst>
          </p:cNvPr>
          <p:cNvSpPr txBox="1"/>
          <p:nvPr/>
        </p:nvSpPr>
        <p:spPr>
          <a:xfrm>
            <a:off x="8362693" y="4581470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9408-8108-3289-BB06-5D5042AE428D}"/>
              </a:ext>
            </a:extLst>
          </p:cNvPr>
          <p:cNvSpPr txBox="1"/>
          <p:nvPr/>
        </p:nvSpPr>
        <p:spPr>
          <a:xfrm>
            <a:off x="9340593" y="460518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735032-6622-CE1B-A4BC-49735E8A61C3}"/>
              </a:ext>
            </a:extLst>
          </p:cNvPr>
          <p:cNvSpPr txBox="1"/>
          <p:nvPr/>
        </p:nvSpPr>
        <p:spPr>
          <a:xfrm>
            <a:off x="3503612" y="7482959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6B33C-B38D-24CA-1930-0892289DDEBE}"/>
              </a:ext>
            </a:extLst>
          </p:cNvPr>
          <p:cNvSpPr txBox="1"/>
          <p:nvPr/>
        </p:nvSpPr>
        <p:spPr>
          <a:xfrm>
            <a:off x="-27736" y="1661635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584DA3-A6F7-4DA6-1CCC-E8D479B4E244}"/>
              </a:ext>
            </a:extLst>
          </p:cNvPr>
          <p:cNvSpPr txBox="1"/>
          <p:nvPr/>
        </p:nvSpPr>
        <p:spPr>
          <a:xfrm>
            <a:off x="373335" y="189409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A7C5A-5845-25D6-97B9-460C3291FD25}"/>
              </a:ext>
            </a:extLst>
          </p:cNvPr>
          <p:cNvSpPr txBox="1"/>
          <p:nvPr/>
        </p:nvSpPr>
        <p:spPr>
          <a:xfrm>
            <a:off x="969991" y="1635202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39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FF98A5-914E-AB20-A98C-74DEC17CA505}"/>
              </a:ext>
            </a:extLst>
          </p:cNvPr>
          <p:cNvSpPr txBox="1"/>
          <p:nvPr/>
        </p:nvSpPr>
        <p:spPr>
          <a:xfrm>
            <a:off x="1866776" y="1734828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20E5F7-50E6-5F3B-E794-3EBC8832EC2E}"/>
              </a:ext>
            </a:extLst>
          </p:cNvPr>
          <p:cNvSpPr txBox="1"/>
          <p:nvPr/>
        </p:nvSpPr>
        <p:spPr>
          <a:xfrm>
            <a:off x="4743475" y="-8323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E0578E-21ED-6F57-355F-BA46075BF778}"/>
              </a:ext>
            </a:extLst>
          </p:cNvPr>
          <p:cNvSpPr txBox="1"/>
          <p:nvPr/>
        </p:nvSpPr>
        <p:spPr>
          <a:xfrm>
            <a:off x="5517123" y="62984"/>
            <a:ext cx="822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614902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3E2F5-6539-89FA-C3F4-F76487C32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176" y="389671"/>
            <a:ext cx="4163006" cy="5887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D95CE0-4A02-4F24-4261-E5293EA69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1721" y="389671"/>
            <a:ext cx="4753638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5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1E25A7-F710-4061-87E5-76F63444A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51" y="0"/>
            <a:ext cx="10164698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999B76-C765-8A00-0152-868EE6DB7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280895" y="282269"/>
            <a:ext cx="998359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67671B-56DE-5814-4CA0-EDC1123C9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052154" y="2679462"/>
            <a:ext cx="8973802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0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395AE4-BDFA-4E2B-7782-BA5647FA2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645A1FA-380C-401E-8E70-C6185C3A797E}"/>
              </a:ext>
            </a:extLst>
          </p:cNvPr>
          <p:cNvSpPr txBox="1"/>
          <p:nvPr/>
        </p:nvSpPr>
        <p:spPr>
          <a:xfrm>
            <a:off x="2395180" y="495300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624179-4C37-EF34-BB06-5493CA05E56D}"/>
              </a:ext>
            </a:extLst>
          </p:cNvPr>
          <p:cNvSpPr txBox="1"/>
          <p:nvPr/>
        </p:nvSpPr>
        <p:spPr>
          <a:xfrm>
            <a:off x="4852630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42B3BD-C092-2D10-A5CC-9A89BC0A6B8B}"/>
              </a:ext>
            </a:extLst>
          </p:cNvPr>
          <p:cNvSpPr txBox="1"/>
          <p:nvPr/>
        </p:nvSpPr>
        <p:spPr>
          <a:xfrm>
            <a:off x="5701519" y="50928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64EF97-47B1-BA95-BDB4-1A5C162B81DD}"/>
              </a:ext>
            </a:extLst>
          </p:cNvPr>
          <p:cNvSpPr txBox="1"/>
          <p:nvPr/>
        </p:nvSpPr>
        <p:spPr>
          <a:xfrm>
            <a:off x="4060186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93EAF4-471A-B10C-E1C9-03795F2F4C8F}"/>
              </a:ext>
            </a:extLst>
          </p:cNvPr>
          <p:cNvSpPr txBox="1"/>
          <p:nvPr/>
        </p:nvSpPr>
        <p:spPr>
          <a:xfrm>
            <a:off x="1072235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BECE1-46B7-13C3-393C-916CF8846D9E}"/>
              </a:ext>
            </a:extLst>
          </p:cNvPr>
          <p:cNvSpPr txBox="1"/>
          <p:nvPr/>
        </p:nvSpPr>
        <p:spPr>
          <a:xfrm>
            <a:off x="9844189" y="4952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7DC6D-6AB4-67B5-CA57-67ED3BFF89AA}"/>
              </a:ext>
            </a:extLst>
          </p:cNvPr>
          <p:cNvSpPr txBox="1"/>
          <p:nvPr/>
        </p:nvSpPr>
        <p:spPr>
          <a:xfrm>
            <a:off x="8238509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50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BCBD52-2E5D-BCE4-9F07-68EBCE209D63}"/>
              </a:ext>
            </a:extLst>
          </p:cNvPr>
          <p:cNvSpPr txBox="1"/>
          <p:nvPr/>
        </p:nvSpPr>
        <p:spPr>
          <a:xfrm>
            <a:off x="9041349" y="495298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3435FC-3606-8D48-6E8F-99C887D98952}"/>
              </a:ext>
            </a:extLst>
          </p:cNvPr>
          <p:cNvSpPr txBox="1"/>
          <p:nvPr/>
        </p:nvSpPr>
        <p:spPr>
          <a:xfrm>
            <a:off x="7326291" y="507799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3E9424-DED5-F3E0-8FC5-D5B34FA86AC5}"/>
              </a:ext>
            </a:extLst>
          </p:cNvPr>
          <p:cNvSpPr txBox="1"/>
          <p:nvPr/>
        </p:nvSpPr>
        <p:spPr>
          <a:xfrm>
            <a:off x="6550768" y="506313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0E9A4E-A8E2-1EF8-0A97-0E8198182C38}"/>
              </a:ext>
            </a:extLst>
          </p:cNvPr>
          <p:cNvSpPr txBox="1"/>
          <p:nvPr/>
        </p:nvSpPr>
        <p:spPr>
          <a:xfrm>
            <a:off x="3247800" y="495297"/>
            <a:ext cx="481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92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92BD68-0F38-E07D-3154-6B579C92D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5657" y="2423160"/>
            <a:ext cx="63085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851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9B4E40-AA87-F9B5-E7E9-D650805B4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80" y="0"/>
            <a:ext cx="11883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283F0E-3C3F-261B-DBB9-764DF63F8600}"/>
              </a:ext>
            </a:extLst>
          </p:cNvPr>
          <p:cNvSpPr/>
          <p:nvPr/>
        </p:nvSpPr>
        <p:spPr>
          <a:xfrm flipH="1">
            <a:off x="561975" y="4324349"/>
            <a:ext cx="4924424" cy="56197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9348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167380-F157-39B2-5633-7DF55E849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1342"/>
            <a:ext cx="9478698" cy="354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0E822D-EF78-D69C-DAA4-425F829C0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3698" y="0"/>
            <a:ext cx="90246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91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5092A7E-5430-A9FE-DA05-420E6C43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819" y="752065"/>
            <a:ext cx="6064634" cy="22673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F2C3BF-43D4-6E98-9295-B1FFE0E57B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9753" y="661670"/>
            <a:ext cx="5727098" cy="5988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82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Microsoft Office PowerPoint</Application>
  <PresentationFormat>Widescreen</PresentationFormat>
  <Paragraphs>28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ICW108 (CAF)</dc:creator>
  <cp:lastModifiedBy>Li Gong</cp:lastModifiedBy>
  <cp:revision>3</cp:revision>
  <dcterms:created xsi:type="dcterms:W3CDTF">2026-06-22T20:35:14Z</dcterms:created>
  <dcterms:modified xsi:type="dcterms:W3CDTF">2026-06-25T18:24:10Z</dcterms:modified>
</cp:coreProperties>
</file>