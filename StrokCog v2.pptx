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57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23" autoAdjust="0"/>
  </p:normalViewPr>
  <p:slideViewPr>
    <p:cSldViewPr snapToGrid="0">
      <p:cViewPr varScale="1">
        <p:scale>
          <a:sx n="122" d="100"/>
          <a:sy n="122" d="100"/>
        </p:scale>
        <p:origin x="11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0D1A-6709-4C55-6CF2-229016965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CDEF1-E619-7A92-096E-65D9A26EB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4ED1C-A9C2-CC15-306E-0813CF31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6052D-8629-BBDE-123B-231BE4A5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569B9-45D3-BA32-256C-DCD660EF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45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80A1-235C-FE48-0A13-490D36FB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69C4-2BF9-70A3-C542-5AB87E82D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1D05D-384D-C9F4-5139-39227B76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098AD-09FF-58A1-8E41-B77B5269C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3DA0E-C506-FA20-8EA2-62776822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46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A7CA-EFAE-CC62-5952-A35E4AA2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F37C2-1838-3FD2-9C95-1714C5A0A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E1B2D-58D3-74C2-1939-4300A757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56EAB-89CE-7560-7B85-1E2AC2F0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0902D-B9B5-73B6-B78E-DAC0B7F1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6286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2C1D-EB00-C911-668E-8D5BD19C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D88B9-5C78-8EE5-7DE9-60C84087B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84186-ED31-ECED-9BF0-7F9D0F067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CC668-BFC5-75B0-089F-34709EDC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45579-EA4C-52BF-38F0-42F00E68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E5A5F-D887-2E65-980D-99B5452E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583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8331-62B0-F5F8-E51C-23A2437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09C58-E273-46C0-3F44-1A18A7243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7A219-CD3E-31E7-783D-31B3E75C5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818FB-1CEB-AB7B-43DB-6C07223EC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66649-6703-3DCF-28EB-B0ABC208F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E5945-CFB0-AE93-B0A6-E0AA3E24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2D1391-347E-FFC3-9CE5-7A00CB30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CB36CE-712F-14D4-0DDF-E824FEE9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332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BD3D-4548-AE56-F963-64823280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A4D4C-ED0B-C936-0A4D-7C374AEB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8B158-9173-C7D9-7ADA-AC31A9E6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18B90-22A2-9DFF-2B16-F3C3E773F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441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78297-8D67-3A76-3374-A1709584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A2892-E89B-46F0-C74A-1644FCB7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B7695-4BF2-0B40-22E4-F92C725A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23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9499-A215-D1EB-E34E-3B571E74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B0D98-4793-1AA1-C326-8A2B11180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E0281-226E-4D74-E57E-0B52360E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F80F6-63DA-80CD-851D-4290059A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6609B-A36A-9ABD-490C-BEE194060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798DC-8989-21D2-A6A0-A7B4D043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49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D6B38-CB6E-53CE-9DFA-9B7BA8CB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7CEF7-B3C7-D629-1898-4DC70A549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CAC42-7F7B-F2AD-9B16-F336D4E59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4072B-CABD-EA15-26FC-2C3A719E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49126-7B47-4BE2-7925-6403201A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3E3F1-D69C-4F12-EA6C-28EAF0B2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407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DA30-42AC-9D69-BEB7-CFFB71C0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B2386-42BA-2DBD-8FF6-3181DF0C5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A8AD5-EEE2-A8E1-D36D-1C49CDD3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3A432-7672-72D4-5C35-15B82461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AF9C0-E42A-5075-4915-C6CA688A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62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8385EA-326E-F71C-0310-79912EC38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A89B1-91E5-B62C-0005-001997922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5DB71-FD67-9382-FE44-50084180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EF76-356E-03A0-9D34-06F0D74F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C2CFF-EF08-94D1-D5B6-122557DE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74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52EC5A-D8D5-026E-5667-9FE3FDC77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3C186-CCDC-6F56-0285-B78B4563C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105C1-E346-AB8B-DCB0-0911AE860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AFCCF-24AE-4887-9618-F0F2E2356771}" type="datetimeFigureOut">
              <a:rPr lang="en-CA" smtClean="0"/>
              <a:t>2026-07-02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B8429-4548-FCC2-FA54-CD819C708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29B89-9B14-1568-6F24-D2EDA8CCC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0A0E0-1B89-4B87-805D-071E41B064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101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ECD577-8379-DEC9-68B0-65D120CE7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E7E4F-186E-468E-D8BD-B98F676F1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Pathway profiles differ between low vs high sis3 score group; suggests potential mechanism </a:t>
            </a:r>
          </a:p>
          <a:p>
            <a:r>
              <a:rPr lang="en-CA" dirty="0"/>
              <a:t>Pathway profiles differ across time-since-stroke group for low sis3 patients; suggests potential intervention time and strategy</a:t>
            </a:r>
          </a:p>
          <a:p>
            <a:r>
              <a:rPr lang="en-CA" dirty="0"/>
              <a:t>Pathway profiles differ across similar sis3 scores</a:t>
            </a:r>
          </a:p>
          <a:p>
            <a:r>
              <a:rPr lang="en-CA" dirty="0"/>
              <a:t>Longitudinal test is useful for validating pattern that early pathway profiles is associated with sis3 score in later window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25865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99A0-3A10-D533-1DD9-381A7A385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892" y="7051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Pathway profiles differ between low vs high sis3 score group; suggests potential mechanism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58F1E-73DC-D361-71C2-EAEC80C0F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78" y="1396080"/>
            <a:ext cx="4446954" cy="509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812D1A-B337-356E-21AE-CE5F23F7F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170" y="1396080"/>
            <a:ext cx="6577001" cy="509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9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1ACF-C1FC-66E3-0216-565DF5D6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36" y="653977"/>
            <a:ext cx="11596077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Pathway profiles differ across time-since-stroke group for low sis3 patients; suggests potential intervention time and strategy</a:t>
            </a: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6C3739-F545-E799-DACF-43A08717B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21" y="1536099"/>
            <a:ext cx="7896887" cy="25635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E68172-8694-C353-4335-6CC822DEA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46726"/>
          <a:stretch>
            <a:fillRect/>
          </a:stretch>
        </p:blipFill>
        <p:spPr>
          <a:xfrm>
            <a:off x="356159" y="4036933"/>
            <a:ext cx="3679698" cy="28888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9C2387-93F8-3A41-09D5-5608806D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058" r="50000"/>
          <a:stretch>
            <a:fillRect/>
          </a:stretch>
        </p:blipFill>
        <p:spPr>
          <a:xfrm>
            <a:off x="4814533" y="4239947"/>
            <a:ext cx="3679698" cy="254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5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5DCC3-8D8F-73C6-1052-F2B5C3C6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7459B-71F2-25ED-C313-413340C57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31" y="356879"/>
            <a:ext cx="11627338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Pathway profiles differ across time-since-stroke group</a:t>
            </a:r>
            <a:br>
              <a:rPr lang="en-CA" dirty="0"/>
            </a:br>
            <a:endParaRPr lang="en-CA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876D64-0F8B-33D5-9632-066744024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76" y="1893457"/>
            <a:ext cx="6525847" cy="415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5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4194CAF-21F9-FFBD-DBCE-48E417DDB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" y="1262503"/>
            <a:ext cx="4564432" cy="3145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2AC5EF-C94A-C45C-D717-F494610C53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164"/>
          <a:stretch>
            <a:fillRect/>
          </a:stretch>
        </p:blipFill>
        <p:spPr>
          <a:xfrm>
            <a:off x="4678110" y="1112975"/>
            <a:ext cx="7195233" cy="323198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986660C-5640-4494-A113-E3FBDA13A9B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Sis3 score distribution in time-since-stroke </a:t>
            </a:r>
            <a:br>
              <a:rPr lang="en-CA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269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5D75C9-F2D9-6BD6-DFF9-989F0B665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065" y="3686769"/>
            <a:ext cx="4736123" cy="28265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46C32-94E6-57F2-2E39-02216A39B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466" r="47081"/>
          <a:stretch>
            <a:fillRect/>
          </a:stretch>
        </p:blipFill>
        <p:spPr>
          <a:xfrm>
            <a:off x="125046" y="892734"/>
            <a:ext cx="3113639" cy="2627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E38289-24F3-05D5-C1A5-C52CF935A7ED}"/>
              </a:ext>
            </a:extLst>
          </p:cNvPr>
          <p:cNvSpPr txBox="1"/>
          <p:nvPr/>
        </p:nvSpPr>
        <p:spPr>
          <a:xfrm>
            <a:off x="453292" y="39403"/>
            <a:ext cx="11613662" cy="1924438"/>
          </a:xfrm>
          <a:prstGeom prst="rect">
            <a:avLst/>
          </a:prstGeom>
        </p:spPr>
        <p:txBody>
          <a:bodyPr>
            <a:normAutofit fontScale="97500"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Pathway profiles differ across similar sis3 scores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362193-B492-537A-3897-15FE032EA9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/>
          <a:stretch>
            <a:fillRect/>
          </a:stretch>
        </p:blipFill>
        <p:spPr>
          <a:xfrm>
            <a:off x="3424788" y="705164"/>
            <a:ext cx="4046720" cy="262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34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E7167D5-5F77-3A86-A74C-A11BC741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752" r="-2164"/>
          <a:stretch>
            <a:fillRect/>
          </a:stretch>
        </p:blipFill>
        <p:spPr>
          <a:xfrm>
            <a:off x="7996020" y="4257476"/>
            <a:ext cx="2800054" cy="2600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17CAAB-A910-FC46-8477-E5BBD6039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489"/>
          <a:stretch>
            <a:fillRect/>
          </a:stretch>
        </p:blipFill>
        <p:spPr>
          <a:xfrm>
            <a:off x="2805723" y="4297655"/>
            <a:ext cx="3032369" cy="2600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289727-162D-006F-0DE5-F57AAA6DB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78" y="1260083"/>
            <a:ext cx="9323754" cy="3026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F85375-5350-53F1-DC54-10F34CCF2ED5}"/>
              </a:ext>
            </a:extLst>
          </p:cNvPr>
          <p:cNvSpPr txBox="1"/>
          <p:nvPr/>
        </p:nvSpPr>
        <p:spPr>
          <a:xfrm>
            <a:off x="195385" y="134034"/>
            <a:ext cx="12504615" cy="2533835"/>
          </a:xfrm>
          <a:prstGeom prst="rect">
            <a:avLst/>
          </a:prstGeom>
        </p:spPr>
        <p:txBody>
          <a:bodyPr>
            <a:normAutofit fontScale="97500"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Longitudinal test is useful for validating pattern that early pathway profiles is associated with sis3 score in later window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964065-5F2D-C637-6CD6-51ACCD4AC969}"/>
              </a:ext>
            </a:extLst>
          </p:cNvPr>
          <p:cNvCxnSpPr>
            <a:cxnSpLocks/>
          </p:cNvCxnSpPr>
          <p:nvPr/>
        </p:nvCxnSpPr>
        <p:spPr>
          <a:xfrm>
            <a:off x="3399692" y="3892062"/>
            <a:ext cx="844062" cy="1352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504EC8-4934-F2A7-35EB-8DD4B281F32D}"/>
              </a:ext>
            </a:extLst>
          </p:cNvPr>
          <p:cNvCxnSpPr>
            <a:cxnSpLocks/>
          </p:cNvCxnSpPr>
          <p:nvPr/>
        </p:nvCxnSpPr>
        <p:spPr>
          <a:xfrm>
            <a:off x="4415692" y="3997570"/>
            <a:ext cx="844062" cy="1352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FA6976-442D-9F70-5736-E2D8BCE225FD}"/>
              </a:ext>
            </a:extLst>
          </p:cNvPr>
          <p:cNvCxnSpPr>
            <a:cxnSpLocks/>
          </p:cNvCxnSpPr>
          <p:nvPr/>
        </p:nvCxnSpPr>
        <p:spPr>
          <a:xfrm>
            <a:off x="7889630" y="3725116"/>
            <a:ext cx="1277816" cy="10266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42362F-B6C6-6996-A0A3-9A35D88D052F}"/>
              </a:ext>
            </a:extLst>
          </p:cNvPr>
          <p:cNvCxnSpPr>
            <a:cxnSpLocks/>
          </p:cNvCxnSpPr>
          <p:nvPr/>
        </p:nvCxnSpPr>
        <p:spPr>
          <a:xfrm>
            <a:off x="8845060" y="3676813"/>
            <a:ext cx="1277816" cy="10266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823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Pathway profiles differ between low vs high sis3 score group; suggests potential mechanism </vt:lpstr>
      <vt:lpstr>Pathway profiles differ across time-since-stroke group for low sis3 patients; suggests potential intervention time and strategy  </vt:lpstr>
      <vt:lpstr>Pathway profiles differ across time-since-stroke group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Gong</dc:creator>
  <cp:lastModifiedBy>Li Gong</cp:lastModifiedBy>
  <cp:revision>2</cp:revision>
  <dcterms:created xsi:type="dcterms:W3CDTF">2026-07-02T22:28:28Z</dcterms:created>
  <dcterms:modified xsi:type="dcterms:W3CDTF">2026-07-03T00:17:13Z</dcterms:modified>
</cp:coreProperties>
</file>